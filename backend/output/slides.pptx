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High-level, interpreted programming language</a:t>
            </a:r>
          </a:p>
          <a:p>
            <a:r>
              <a:t>• Known for readability and simplicity</a:t>
            </a:r>
          </a:p>
          <a:p>
            <a:r>
              <a:t>• Used in web development, AI, data science,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&amp;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Python from python.org</a:t>
            </a:r>
          </a:p>
          <a:p>
            <a:r>
              <a:t>• Use an IDE (e.g., VS Code) or text editor</a:t>
            </a:r>
          </a:p>
          <a:p>
            <a:r>
              <a:t>• Write 'print("Hello, World!")'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Variables store data (e.g., name = 'Alice')</a:t>
            </a:r>
          </a:p>
          <a:p>
            <a:r>
              <a:t>• Common types: Integers (whole numbers), Floats (decimals)</a:t>
            </a:r>
          </a:p>
          <a:p>
            <a:r>
              <a:t>• Strings (text), Booleans (True/False)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Arithmetic: +, -, *, /</a:t>
            </a:r>
          </a:p>
          <a:p>
            <a:r>
              <a:t>• Concatenation: Joining strings with +</a:t>
            </a:r>
          </a:p>
          <a:p>
            <a:r>
              <a:t>• Comparison: ==, !=, &lt;, 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If/Else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Execute code conditionally</a:t>
            </a:r>
          </a:p>
          <a:p>
            <a:r>
              <a:t>• Syntax: if condition: ... elif condition: ... else: ...</a:t>
            </a:r>
          </a:p>
          <a:p>
            <a:r>
              <a:t>• Indentation is crucial for code blocks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Loops (For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Repeat actions multiple times</a:t>
            </a:r>
          </a:p>
          <a:p>
            <a:r>
              <a:t>• For loop: Iterate over sequences (lists, strings)</a:t>
            </a:r>
          </a:p>
          <a:p>
            <a:r>
              <a:t>• Example: for item in list: print(item)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Functions: Reusable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Blocks of organized, reusable code</a:t>
            </a:r>
          </a:p>
          <a:p>
            <a:r>
              <a:t>• Define with 'def' keyword: def greet(name): ...</a:t>
            </a:r>
          </a:p>
          <a:p>
            <a:r>
              <a:t>• Call functions to execute their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